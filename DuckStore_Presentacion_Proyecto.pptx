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Bienvenidos a la presentación de DuckStore, proyecto de desarrollo web desarrollado en equipo dentro de la formación Fullstack con IA de Factoría F5 y Cruz Roja. DuckStore es una boutique de lujo digital con enfoque en diseño responsive, HTML5 semántico, CSS3 modular y trabajo colaborativo en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cómo surgió la idea del proyecto, el público objetivo (coleccionistas de diseño) y el reto de plasmar una atmósfera de lujo en la web mediante tipografía, paleta de colores y componentes interactivos.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Detallar las 4 páginas principales del sitio web, su navegación cruzada y cómo se estructuraron las carpetas pages/, src/css/, src/img/ y src/js/ para mantener el código ordenado.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stack técnico: no se utilizaron frameworks pesados sino JavaScript vanilla y CSS puro para maximizar el control sobre el DOM, los estilos y los tiempos de carga.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Resaltar el uso profesional de Git: ramas separadas para cada integrante, creación de pull requests, resolución de merge conflicts y uso de commits semánticos.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riqueza de las 6 obras del catálogo, detallando cómo cada producto cuenta una historia a través de su material y proceso artesanal.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Compartir con el profesorado y la clase los retos reales encontrados durante el desarrollo y cómo se solucionaron aplicando buenas prácticas.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cómo evolucionará el proyecto en los siguientes módulos del curso: conexión con backend Node.js, bases de datos y pasarela de pago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la presentación, paso a la demostración en vivo de la web y apertura de la ronda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4AF37"/>
                </a:solidFill>
                <a:latin typeface="Segoe UI"/>
              </a:defRPr>
            </a:pPr>
            <a:r>
              <a:t>PROYECTO DESARROLLO WEB</a:t>
            </a:r>
          </a:p>
          <a:p>
            <a:pPr>
              <a:spcAft>
                <a:spcPts val="400"/>
              </a:spcAft>
              <a:defRPr sz="4000" b="1">
                <a:solidFill>
                  <a:srgbClr val="F5F5F7"/>
                </a:solidFill>
                <a:latin typeface="Playfair Display"/>
              </a:defRPr>
            </a:pPr>
            <a:r>
              <a:t>DUCKSTORE</a:t>
            </a:r>
          </a:p>
          <a:p>
            <a:pPr>
              <a:spcAft>
                <a:spcPts val="1600"/>
              </a:spcAft>
              <a:defRPr sz="2200" i="1">
                <a:solidFill>
                  <a:srgbClr val="F0D782"/>
                </a:solidFill>
                <a:latin typeface="Playfair Display"/>
              </a:defRPr>
            </a:pPr>
            <a:r>
              <a:t>L'Art de la Collection</a:t>
            </a:r>
          </a:p>
          <a:p>
            <a:pPr>
              <a:spcAft>
                <a:spcPts val="2000"/>
              </a:spcAft>
              <a:defRPr sz="1250">
                <a:solidFill>
                  <a:srgbClr val="A5AAB9"/>
                </a:solidFill>
                <a:latin typeface="Segoe UI"/>
              </a:defRPr>
            </a:pPr>
            <a:r>
              <a:t>Boutique digital de alta gama para figuras coleccionables de edición limitada elaboradas en metales preciosos y minerales nobles.</a:t>
            </a:r>
          </a:p>
          <a:p>
            <a:pPr>
              <a:defRPr sz="1150" b="1">
                <a:solidFill>
                  <a:srgbClr val="D4AF37"/>
                </a:solidFill>
                <a:latin typeface="Segoe UI"/>
              </a:defRPr>
            </a:pPr>
            <a:r>
              <a:t>👥 EQUIPO DE DESARROLLO:</a:t>
            </a:r>
          </a:p>
          <a:p>
            <a:pPr>
              <a:spcAft>
                <a:spcPts val="1400"/>
              </a:spcAft>
              <a:defRPr sz="1100">
                <a:solidFill>
                  <a:srgbClr val="F5F5F7"/>
                </a:solidFill>
                <a:latin typeface="Segoe UI"/>
              </a:defRPr>
            </a:pPr>
            <a:r>
              <a:t>Adrián T. • Sara Rodríguez (Sazu97) • Cynox336 • José Caballero • Albavalentinn</a:t>
            </a:r>
          </a:p>
          <a:p>
            <a:pPr>
              <a:defRPr sz="1050">
                <a:solidFill>
                  <a:srgbClr val="C5A059"/>
                </a:solidFill>
                <a:latin typeface="Segoe UI"/>
              </a:defRPr>
            </a:pPr>
            <a:r>
              <a:t>🎓 CURSO: P1 Fullstack con IA Generativa — Factoría F5 &amp; Cruz Roja</a:t>
            </a:r>
          </a:p>
          <a:p>
            <a:pPr>
              <a:defRPr sz="1000">
                <a:solidFill>
                  <a:srgbClr val="F0D782"/>
                </a:solidFill>
                <a:latin typeface="Segoe UI"/>
              </a:defRPr>
            </a:pPr>
            <a:r>
              <a:t>🔗 GitHub: github.com/DesarrolloWebFullStackIA/DuckStore</a:t>
            </a:r>
          </a:p>
        </p:txBody>
      </p:sp>
      <p:pic>
        <p:nvPicPr>
          <p:cNvPr id="4" name="Picture 3" descr="duckstore_hero_banner_17884259659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914400"/>
            <a:ext cx="4663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egoe UI"/>
              </a:defRPr>
            </a:pPr>
            <a:r>
              <a:t>DUCKSTORE • PROYECTO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Segoe UI"/>
              </a:defRPr>
            </a:pPr>
            <a:r>
              <a:t>Visión del Proyecto y Propuesta de Valor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[IDENTIDAD]  01. Concepto Único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Fusión de Alta Joyería y Arte Pop: Reinterpretación del clásico pato de goma convertido en pieza de museo.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Ediciones Limitadas (1 de 50): Exclusividad y piezas numeradas para coleccionistas VIP.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Materiales Nobles: Oro de 24k, Obsidiana, Mármol de Carrara, Caoba recuperada, Bronce y Cristal soplado.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60020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39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[DISEÑO &amp; UX]  02. Experiencia de Usuario (UX)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Estética Haute Horlogerie: Atmósfera oscura y elegante inspirada en marcas de lujo como Rolex o Cartier.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Tipografía Sofisticada: Combinación de Playfair Display (titulares serif) y Manrope (cuerpo sans-serif).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Interactividad Fluida: Transiciones suaves, galería con zoom macro y diseño 100% responsivo.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60020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91639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[METODOLOGÍA]  03. Objetivos Técnicos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HTML5 Semántico: Marcado riguroso accesible con etiquetas semánticas y soporte para lectores de pantalla.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CSS3 Puro &amp; Modular: Arquitectura de estilos desacoplada por vistas con variables globales.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Trabajo Colaborativo en Git: Flujo ágil de ramas y Pull Requests respetando los estándares del equipo.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egoe UI"/>
              </a:defRPr>
            </a:pPr>
            <a:r>
              <a:t>DUCKSTORE • PROYECTO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Segoe UI"/>
              </a:defRPr>
            </a:pPr>
            <a:r>
              <a:t>Arquitectura del Sitio Web y Estructura de Páginas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4846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[LANDING]  Inicio (index.html)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Hero Section inmersivo con llamado a la acción.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Escaparate de materiales exclusivos (Metales, Minerales, Maderas).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Header con efecto de scroll y footer con datos de boutique.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600200"/>
            <a:ext cx="4846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39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[CATÁLOGO]  Catálogo (catalog.html)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Grid responsivo de 6 piezas artesanales con sus fichas.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Descripciones detalladas y textos alternativos accesibles.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Navegación directa hacia las vistas de detalle de cada producto.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160520"/>
            <a:ext cx="4846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519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[FICHA PRODUCTO]  Producto Destacado (product.html)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Ficha de Aurelian Mallard con galería interactiva y fotos macro.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Bloque de especificaciones técnicas (artesano, peso, material).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Botón de solicitud de adquisición y reserva de visita privada.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4160520"/>
            <a:ext cx="4846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2519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[BOUTIQUE]  Contacto y Boutique (contact.html)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Ubicación en Madrid (Paseo de la Castellana) con Google Maps.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Formulario completo para solicitudes de catálogo y comisiones.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Enlaces directos a concierge telefónico y correo exclusivo.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egoe UI"/>
              </a:defRPr>
            </a:pPr>
            <a:r>
              <a:t>DUCKSTORE • PROYECTO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Segoe UI"/>
              </a:defRPr>
            </a:pPr>
            <a:r>
              <a:t>Stack Tecnológico y Buenas Prácticas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4846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[FRONTEND STACK]  Tecnologías &amp; Estándares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🎨 HTML5 SEMÁNTICO: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Uso estricto de &lt;header&gt;, &lt;nav&gt;, &lt;main&gt;, &lt;section&gt;, &lt;article&gt;, &lt;footer&gt;.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Accesibilidad con atributos ARIA y etiquetas descriptivas.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💎 CSS3 MODULAR &amp; RESPONSIVE: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Variables CSS personalizadas (--color-gold, --color-bg, etc.).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Maquetación con CSS Grid avanzado y Flexbox.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Media queries adaptativas para móvil, tablet y escritorio.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⚡ JAVASCRIPT VANILLA (ES6+):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Menú hamburguesa interactivo y accesible (hamb.js).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Efecto dinámico de scroll en la barra de navegación (global-js.js).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Validación y tratamiento de eventos de formulario (contact.js).</a:t>
            </a:r>
          </a:p>
        </p:txBody>
      </p:sp>
      <p:pic>
        <p:nvPicPr>
          <p:cNvPr id="9" name="Picture 8" descr="duckstore_tech_showcase_1788425980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2120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egoe UI"/>
              </a:defRPr>
            </a:pPr>
            <a:r>
              <a:t>DUCKSTORE • PROYECTO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Segoe UI"/>
              </a:defRPr>
            </a:pPr>
            <a:r>
              <a:t>Flujo de Trabajo Colaborativo en Git y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[GIT BRANCHING]  Estrategia de Ramas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main: Rama de producción final y despliegue.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dev: Rama de desarrollo e integración de equipo.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Feature Branches: Ramas individuales por funcionalidad o módulo (ej: sazu, Jonathan, contact-style).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Aislamiento de código para evitar interferencias.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60020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39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[COLABORACIÓN]  Pull Requests &amp; Code Review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Más de 39 Pull Requests integrados con éxito.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Revisiones de código cruzadas entre compañeros.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Verificación de responsive y estilos antes de mergear.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Resolución controlada de conflictos de fusión.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60020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91639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[BUENAS PRÁCTICAS]  Convención de Commits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Commits semánticos y descriptivos: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  - feat: nuevas páginas y componentes.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  - fix: correcciones en menú y estilos.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  - refactor: optimización de CSS.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  - style: ajustes estéticos y de espaciado.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egoe UI"/>
              </a:defRPr>
            </a:pPr>
            <a:r>
              <a:t>DUCKSTORE • PROYECTO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Segoe UI"/>
              </a:defRPr>
            </a:pPr>
            <a:r>
              <a:t>Catálogo de Productos y Colecciones Exclusivas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[MINERAL]  El Ánade de Obsidiana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Material: Bloque único de obsidiana volcánica.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Diseño sobrio, místico y oscuro con acabado pulido espejo.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Representa la calma y la introspección.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60020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39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[ORO 24K]  El Pato Soberano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Material: Latón macizo con baño de Oro 24k.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Creado para perdurar por generaciones.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Brillo cálido con reflejo lumínico excepcional.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60020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91639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[MÁRMOL]  El Ánade Celestial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Material: Mármol de Carrara auténtico.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Esculpido en piedra natural con sutiles vetas grises.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Evoca la serenidad de cielos invernales.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338328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16052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519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[MADERA NOBLE]  La Herencia de Caoba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Material: Madera de caoba recuperada (&gt;100 años).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Torneado a mano con textura orgánica natural.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Máxima calidez táctil y veta viva.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114800"/>
            <a:ext cx="338328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416052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2519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[ESCULTURA]  Bronce Patinado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Material: Bronce fundido con pátina oscura única.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Geometría facetada vanguardista.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Fusión de escultura contemporánea y tradición.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114800"/>
            <a:ext cx="338328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4160520"/>
            <a:ext cx="310896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2519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[CRISTAL &amp; ORO]  Aurelia Dorada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Material: Cristal oscuro soplado a boca.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Hilos internos de oro puro suspendidos en el vidrio.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Una joya de transparencia y luz.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egoe UI"/>
              </a:defRPr>
            </a:pPr>
            <a:r>
              <a:t>DUCKSTORE • PROYECTO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Segoe UI"/>
              </a:defRPr>
            </a:pPr>
            <a:r>
              <a:t>Retos Técnicos Superados y Aprendizajes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4846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[DISEÑO]  Reto 1: Armonía Visual Responsive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Desafío: Mantener la proporción de tarjetas y tipografías en diferentes pantallas sin deformar las imágenes.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Solución: Grid CSS con auto-fit, minmax() y aspect-ratio con object-fit: cover en las imágenes.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600200"/>
            <a:ext cx="4846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39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[JAVASCRIPT]  Reto 2: Menú Móvil Sin Librerías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Desafío: Crear un menú hamburguesa accesible, animado y funcional en todas las páginas.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Solución: JavaScript ligero con clases de estado (.active) y aria-expanded para accesibilidad.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160520"/>
            <a:ext cx="4846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519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[ARQUITECTURA CSS]  Reto 3: Modularidad de Estilos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Desafío: Evitar colisiones de reglas CSS entre distintas páginas desarrolladas por diferentes miembros.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Solución: Estilos base en global-styles.css y hojas de estilo dedicadas por página con especificidad controlada.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228600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4160520"/>
            <a:ext cx="4846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2519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[GESTIÓN DE EQUIPO]  Reto 4: Sincronización del Equipo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Desafío: Integración continua sin romper funcionalidades previas en dev.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Solución: Comunicación ágil diaria, ramas feature independientes y Pull Requests estructurados.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egoe UI"/>
              </a:defRPr>
            </a:pPr>
            <a:r>
              <a:t>DUCKSTORE • PROYECTO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Segoe UI"/>
              </a:defRPr>
            </a:pPr>
            <a:r>
              <a:t>Hoja de Ruta / Próximas Mejoras (Roadmap)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2286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[FRONTEND]  Fase 1: Carrito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Carrito de compras interactivo.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Gestión de estado con LocalStorage.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Conversor de divisas en tiempo real (EUR, USD, GBP, CHF).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56032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79" y="1600200"/>
            <a:ext cx="2286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691639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[BACKEND]  Fase 2: Backend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API REST en Node.js + Express.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Base de datos relacional para stock y clientes.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Autenticación JWT para coleccionistas VIP.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56032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600200"/>
            <a:ext cx="2286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39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[PAGOS]  Fase 3: Pasarela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Integración con Stripe Checkout.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Facturación digital automática.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Certificados de autenticidad criptográficos.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554480"/>
            <a:ext cx="256032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8280" y="1600200"/>
            <a:ext cx="22860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691639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[INNOVACIÓN]  Fase 4: 3D / AR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Visor 3D interactivo en Three.js.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Inspección 360° de reflejos y materiales.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Realidad Aumentada para ver la figura en la mesa.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egoe UI"/>
              </a:defRPr>
            </a:pPr>
            <a:r>
              <a:t>DUCKSTORE • PROYECTO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Segoe UI"/>
              </a:defRPr>
            </a:pPr>
            <a:r>
              <a:t>Conclusiones, Demostración y Preguntas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4846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[RESUMEN]  Conclusiones del Equipo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✨ APRENDIZAJES CLAVE: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Consolidación práctica de HTML5 semántico y CSS3 responsive.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Dominio del flujo de trabajo profesional con Git y GitHub en equipo.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Comprensión de la importancia de la experiencia de usuario y accesibilidad.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🚀 IMPACTO: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DuckStore demuestra que con maquetación cuidada y JS vanilla se pueden lograr experiencias web de primer nivel.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👏 AGRADECIMIENTOS: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Al equipo docente de Factoría F5 y Cruz Roja por su acompañamiento continuo.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81A20"/>
          </a:solidFill>
          <a:ln w="12700">
            <a:solidFill>
              <a:srgbClr val="32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600200"/>
            <a:ext cx="4846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39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0D782"/>
                </a:solidFill>
                <a:latin typeface="Segoe UI"/>
              </a:defRPr>
            </a:pPr>
            <a:r>
              <a:t>[LIVE DEMO &amp; Q&amp;A]  Demostración &amp; Enlaces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🌐 REPOSITORIO GITHUB: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https://github.com/DesarrolloWebFullStackIA/DuckStore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💻 PÁGINAS PARA NAVEGACIÓN EN VIVO: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Inicio: index.html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Catálogo: pages/catalog.html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Producto: pages/product.html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• Contacto: pages/contact.html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❓ TURNO DE PREGUNTAS:</a:t>
            </a:r>
          </a:p>
          <a:p>
            <a:pPr>
              <a:spcAft>
                <a:spcPts val="500"/>
              </a:spcAft>
              <a:defRPr sz="1100">
                <a:solidFill>
                  <a:srgbClr val="A5AAB9"/>
                </a:solidFill>
                <a:latin typeface="Segoe UI"/>
              </a:defRPr>
            </a:pPr>
            <a:r>
              <a:t>¡Muchas gracias por su atención! Estamos a su disposición para resolver cualquier duda.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